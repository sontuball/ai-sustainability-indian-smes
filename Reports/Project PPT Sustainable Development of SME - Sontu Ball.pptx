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8288000" cy="10287000"/>
  <p:notesSz cx="6858000" cy="9144000"/>
  <p:defaultTextStyle>
    <a:defPPr>
      <a:defRPr lang="en-US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16121-6EF4-7E39-F7FD-8E4767F50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FFAF9D-0DFB-724E-333D-B6C28914A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48133-A8A6-4CCE-8748-8FD4876D44D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7CD4C3-FAFA-16AA-44F5-14A410CF5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C550A4-A8DF-76BB-B097-4662ED04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3153F-DA02-421C-9660-253103F4D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979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F02272-5374-07B0-7962-7B0C09DC6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CB6D9-407D-9F75-A114-01EB08653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FAD50-3534-AB8F-333F-CFE006D5F6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F48133-A8A6-4CCE-8748-8FD4876D44D4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0065C-5213-C518-40E1-7FB00B2A26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26B32-A1F4-62A1-CDEF-6DCA07B9A8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C3153F-DA02-421C-9660-253103F4D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509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D61EA5B-D872-20CB-571F-76CC0A549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DAEB52-6529-3476-8F30-8E53832DE8B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362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F55C52B-F48B-2F60-298C-542E4D6E3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EA83AB-B846-BD02-A046-7BE8AF5EB89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297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021C670-13AD-51A4-B6A8-047FB8D6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EF1973-4433-8E1F-68C3-134816FDCC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732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2809F0D-A1BC-0DB2-7CC5-920D9A33D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BA0734-917B-61F2-1F32-4C3B8391788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925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E4F9DBD-D367-7781-A183-E4706C20F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9F6553-80C3-4FD4-40BC-44CBA1A1CE3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658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DEEF98E-D251-0F34-7537-BBE38B1C0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5F28FD-EC89-DE81-9C9D-E2905C6E3D7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577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9B4F57B-BEDA-8D26-3DF3-0A11DC1FF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BCEC6E-8AAB-4688-527D-4FF8456844A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908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ADB55B3-D534-5545-7D82-BB7237AEA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506A15-29D9-0E85-AF06-D9F98A9F18C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267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9C0D5CC-B802-9380-4303-61D4F10B3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BAC431-E9EE-762E-99A5-20C85E48256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375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5D2E272-55FD-592B-3A41-9A0974395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FD4784-9729-FF77-C3B1-7D6979B9D05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895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09EF1B0-3563-B805-ADD3-74DC9DBEE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EE3E99-82BC-9D0F-A610-BBE0399A3CB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265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903C169-20A6-EF22-4912-1D3CDD972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6812E4-60AF-E157-B276-B48A33F0318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820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8B7749B-F7E5-E413-FB4B-E41D995FC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2E8B48-5FC9-E76A-0DF5-1B86EA058EC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253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5EC78F9-B380-63A5-6656-D0A2A166F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33A7F3-1775-4EB4-5F0E-CCD53D8C0DA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013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2858F84-13D6-D46C-D422-593F0BC0D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FCCFC7-E5EF-C9ED-354B-C5835AF7F0F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7724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E20EB05-AF4F-3587-0DB4-BF98B95B9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439ADE-C1CF-A6EB-C0C2-576848019B7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21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EB6C38C-1B36-334F-056D-A160EB76D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63AE2B-6FE6-213D-1C2F-8FA16A24675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2602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3D8CE6C-3D92-4DFB-82C9-C914C4D25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5AFA4F-5DF3-F8A1-638D-4EB537D47D2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6195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F8F4EAA-FF3B-EC8A-9FC0-6E40A387D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B38FF5-6D09-9FDE-5A25-CB0528BD6CC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5696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FE19F0B-B46A-7251-49DD-62A737ECD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9D99F6-A0CC-49CE-4400-C3754DA31DA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5675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5A6358A-6E7C-7868-E7C1-060091A5B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27901C-F357-87FE-E0AE-2A4A526588C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5916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4A3B970-4659-3AEC-0667-0AA474938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47AB29-0991-94C3-6940-B8508F333E6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694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9E2B6C1-581C-2B16-3020-8EE5B0709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E5F1D8-78E3-194B-8FCB-185A56835D6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5516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9903786-EA5F-3FA4-854D-FCF5E6CD2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C4CFA8-BA8D-833C-5CE7-4ABB542B1F8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198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Sontu Ball</dc:creator>
  <cp:lastModifiedBy>Sontu Ball</cp:lastModifiedBy>
  <cp:revision>1</cp:revision>
  <dcterms:created xsi:type="dcterms:W3CDTF">2026-04-15T20:16:50Z</dcterms:created>
  <dcterms:modified xsi:type="dcterms:W3CDTF">2026-04-15T20:16:50Z</dcterms:modified>
</cp:coreProperties>
</file>